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2364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5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556" y="1122363"/>
            <a:ext cx="917733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556" y="3602038"/>
            <a:ext cx="917733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0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3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83" y="1709739"/>
            <a:ext cx="1055393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883" y="4589464"/>
            <a:ext cx="1055393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256" y="1825625"/>
            <a:ext cx="520049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4703" y="1825625"/>
            <a:ext cx="520049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9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850" y="365126"/>
            <a:ext cx="10553938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850" y="1681163"/>
            <a:ext cx="51765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2850" y="2505075"/>
            <a:ext cx="51765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703" y="1681163"/>
            <a:ext cx="5202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703" y="2505075"/>
            <a:ext cx="5202085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21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21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4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850" y="457200"/>
            <a:ext cx="39465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2085" y="987426"/>
            <a:ext cx="619470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2850" y="2057400"/>
            <a:ext cx="39465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1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850" y="457200"/>
            <a:ext cx="39465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2085" y="987426"/>
            <a:ext cx="619470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2850" y="2057400"/>
            <a:ext cx="39465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2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6709" y="365125"/>
            <a:ext cx="263848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256" y="365125"/>
            <a:ext cx="7762498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2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256" y="365126"/>
            <a:ext cx="105539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56" y="1825625"/>
            <a:ext cx="105539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256" y="6356351"/>
            <a:ext cx="275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E8D62-9C3D-42D6-8EA3-FD848ADB23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3324" y="6356351"/>
            <a:ext cx="41298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1993" y="6356351"/>
            <a:ext cx="275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58CEA-4F6C-46E4-8AD3-033D12B98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4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234570" cy="6858000"/>
            <a:chOff x="0" y="0"/>
            <a:chExt cx="12234570" cy="685800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117285" cy="685800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285" y="0"/>
              <a:ext cx="6117285" cy="6858000"/>
            </a:xfrm>
            <a:prstGeom prst="rect">
              <a:avLst/>
            </a:prstGeom>
          </p:spPr>
        </p:pic>
      </p:grpSp>
      <p:cxnSp>
        <p:nvCxnSpPr>
          <p:cNvPr id="14" name="Straight Arrow Connector 13"/>
          <p:cNvCxnSpPr/>
          <p:nvPr/>
        </p:nvCxnSpPr>
        <p:spPr>
          <a:xfrm flipH="1">
            <a:off x="3009900" y="2324100"/>
            <a:ext cx="714375" cy="6286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19524" y="1771650"/>
            <a:ext cx="16859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FWHM - 7.71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pxl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9222434" y="2324100"/>
            <a:ext cx="714375" cy="6286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32058" y="1771650"/>
            <a:ext cx="16859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FWHM </a:t>
            </a:r>
            <a:r>
              <a:rPr lang="en-IL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5.98 </a:t>
            </a: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pxl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06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  Cohen</dc:creator>
  <cp:lastModifiedBy>Tamir  Cohen</cp:lastModifiedBy>
  <cp:revision>1</cp:revision>
  <dcterms:created xsi:type="dcterms:W3CDTF">2025-12-16T11:02:29Z</dcterms:created>
  <dcterms:modified xsi:type="dcterms:W3CDTF">2025-12-16T11:07:00Z</dcterms:modified>
</cp:coreProperties>
</file>